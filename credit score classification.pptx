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  <p:sldId id="271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FE76E7FB-C613-4699-B832-6C05BDD9DB2C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EDC6962E-1AC9-4550-8A48-06B250A7A04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76E7FB-C613-4699-B832-6C05BDD9DB2C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C6962E-1AC9-4550-8A48-06B250A7A0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E76E7FB-C613-4699-B832-6C05BDD9DB2C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EDC6962E-1AC9-4550-8A48-06B250A7A04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76E7FB-C613-4699-B832-6C05BDD9DB2C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C6962E-1AC9-4550-8A48-06B250A7A0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76E7FB-C613-4699-B832-6C05BDD9DB2C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C6962E-1AC9-4550-8A48-06B250A7A0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76E7FB-C613-4699-B832-6C05BDD9DB2C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C6962E-1AC9-4550-8A48-06B250A7A0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E76E7FB-C613-4699-B832-6C05BDD9DB2C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C6962E-1AC9-4550-8A48-06B250A7A0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76E7FB-C613-4699-B832-6C05BDD9DB2C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C6962E-1AC9-4550-8A48-06B250A7A0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76E7FB-C613-4699-B832-6C05BDD9DB2C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C6962E-1AC9-4550-8A48-06B250A7A04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76E7FB-C613-4699-B832-6C05BDD9DB2C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C6962E-1AC9-4550-8A48-06B250A7A0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FE76E7FB-C613-4699-B832-6C05BDD9DB2C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EDC6962E-1AC9-4550-8A48-06B250A7A0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FE76E7FB-C613-4699-B832-6C05BDD9DB2C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DC6962E-1AC9-4550-8A48-06B250A7A04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HP\Downloads\5aa03295-5ed6-4b5e-b4d6-911610280f21.mp4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Credit score classification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bg2">
                    <a:lumMod val="10000"/>
                  </a:schemeClr>
                </a:solidFill>
              </a:rPr>
              <a:t>Internship-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</a:rPr>
              <a:t>S</a:t>
            </a:r>
            <a:r>
              <a:rPr lang="en-IN" dirty="0" err="1" smtClean="0">
                <a:solidFill>
                  <a:schemeClr val="bg2">
                    <a:lumMod val="10000"/>
                  </a:schemeClr>
                </a:solidFill>
              </a:rPr>
              <a:t>pinnacker</a:t>
            </a:r>
            <a:r>
              <a:rPr lang="en-IN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</a:p>
          <a:p>
            <a:r>
              <a:rPr lang="en-IN" dirty="0" smtClean="0">
                <a:solidFill>
                  <a:schemeClr val="bg2">
                    <a:lumMod val="10000"/>
                  </a:schemeClr>
                </a:solidFill>
              </a:rPr>
              <a:t>Done by: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</a:rPr>
              <a:t>V</a:t>
            </a:r>
            <a:r>
              <a:rPr lang="en-IN" dirty="0" err="1" smtClean="0">
                <a:solidFill>
                  <a:schemeClr val="bg2">
                    <a:lumMod val="10000"/>
                  </a:schemeClr>
                </a:solidFill>
              </a:rPr>
              <a:t>arsha</a:t>
            </a:r>
            <a:r>
              <a:rPr lang="en-IN" dirty="0" smtClean="0">
                <a:solidFill>
                  <a:schemeClr val="bg2">
                    <a:lumMod val="10000"/>
                  </a:schemeClr>
                </a:solidFill>
              </a:rPr>
              <a:t> V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N</a:t>
            </a:r>
            <a:r>
              <a:rPr lang="en-IN" dirty="0" smtClean="0">
                <a:solidFill>
                  <a:schemeClr val="bg2">
                    <a:lumMod val="10000"/>
                  </a:schemeClr>
                </a:solidFill>
              </a:rPr>
              <a:t>air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INTERNSHIP PROBLEM STATEMENT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Project Title:</a:t>
            </a:r>
            <a:r>
              <a:rPr lang="en-US" dirty="0" smtClean="0"/>
              <a:t> Credit Score Classification</a:t>
            </a:r>
            <a:br>
              <a:rPr lang="en-US" dirty="0" smtClean="0"/>
            </a:br>
            <a:r>
              <a:rPr lang="en-US" b="1" dirty="0" smtClean="0"/>
              <a:t>Description: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Develop a robust machine learning model to accurately predict credit scores based on various financial and personal attributes. This model will automate the assessment of creditworthiness, enabling more efficient and data-driven decision-making in credit-related processes.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OVERVIEW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project involves credit score classification where we deal with several features of the user and there by classifying the users credit score .</a:t>
            </a:r>
          </a:p>
          <a:p>
            <a:r>
              <a:rPr lang="en-IN" dirty="0" smtClean="0"/>
              <a:t>This involves data </a:t>
            </a:r>
            <a:r>
              <a:rPr lang="en-IN" dirty="0" err="1" smtClean="0"/>
              <a:t>preprocessing</a:t>
            </a:r>
            <a:r>
              <a:rPr lang="en-IN" dirty="0" smtClean="0"/>
              <a:t> ,feature engineering ,feature selection, data visualization and using various machine learning models and evaluating the models and there by taking the best model with best evaluation metrics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STEPS UNDERGONE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 smtClean="0"/>
              <a:t>Importing  libraries and Loading data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Overview of data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Data cleaning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EDA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FEATURE ENGINEERING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FEATURE SELECTION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DATA TRANSFORMATION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MODEL BUILDING AND EVALUATION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BEST MODEL SELECTION AND SAVING THE MODEL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DEPLOYMENT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IMPORTING LIBRARIES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 smtClean="0">
                <a:latin typeface="Arial" pitchFamily="34" charset="0"/>
                <a:cs typeface="Arial" pitchFamily="34" charset="0"/>
              </a:rPr>
              <a:t>In the starting phase of the project we need to import all the necessary libraries required for the project which are needed for data cleaning ,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preprocessing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,visualization and model building .</a:t>
            </a:r>
          </a:p>
          <a:p>
            <a:r>
              <a:rPr lang="en-IN" sz="2800" dirty="0" smtClean="0">
                <a:latin typeface="Arial" pitchFamily="34" charset="0"/>
                <a:cs typeface="Arial" pitchFamily="34" charset="0"/>
              </a:rPr>
              <a:t>The credit score classification project has two excel files :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train.csv,test.csv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</a:t>
            </a:r>
            <a:endParaRPr lang="en-IN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800" dirty="0" smtClean="0">
                <a:latin typeface="Arial" pitchFamily="34" charset="0"/>
                <a:cs typeface="Arial" pitchFamily="34" charset="0"/>
              </a:rPr>
              <a:t>These are loaded and are used for further steps .</a:t>
            </a:r>
            <a:endParaRPr lang="en-IN" sz="2800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6900882" cy="92869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Loading and overview of data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14422"/>
            <a:ext cx="7267604" cy="5241314"/>
          </a:xfrm>
        </p:spPr>
        <p:txBody>
          <a:bodyPr>
            <a:noAutofit/>
          </a:bodyPr>
          <a:lstStyle/>
          <a:p>
            <a:r>
              <a:rPr lang="en-IN" sz="2000" dirty="0" smtClean="0">
                <a:latin typeface="Arial" pitchFamily="34" charset="0"/>
                <a:cs typeface="Arial" pitchFamily="34" charset="0"/>
              </a:rPr>
              <a:t>The train dataset consists of 100000 users  and 28 columns and test dataset has 50000 and 27 columns  .now the dataset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info,head,statistical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describe ,missing values ,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datatypes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 are checked</a:t>
            </a:r>
          </a:p>
          <a:p>
            <a:r>
              <a:rPr lang="en-IN" sz="2000" dirty="0" smtClean="0">
                <a:latin typeface="Arial" pitchFamily="34" charset="0"/>
                <a:cs typeface="Arial" pitchFamily="34" charset="0"/>
              </a:rPr>
              <a:t>The features include :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'ID',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Customer_ID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'Month', 'Name', 'Age', 'SSN', 'Occupation',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Annual_Income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Monthly_Inhand_Salary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Num_Bank_Accounts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Num_Credit_Card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Interest_Rate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Num_of_Loan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Type_of_Loan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Delay_from_due_date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Num_of_Delayed_Payment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Changed_Credit_Limit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Num_Credit_Inquiries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Credit_Mix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Outstanding_Debt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Credit_Utilization_Ratio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Credit_History_Age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Payment_of_Min_Amount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Total_EMI_per_month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Amount_invested_monthly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Payment_Behaviour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Monthly_Balance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', '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Credit_Score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'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IN" sz="2000" dirty="0" smtClean="0">
                <a:latin typeface="Arial" pitchFamily="34" charset="0"/>
                <a:cs typeface="Arial" pitchFamily="34" charset="0"/>
              </a:rPr>
              <a:t>Then the two datasets are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concated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together for further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</a:t>
            </a:r>
            <a:r>
              <a:rPr lang="en-IN" dirty="0" err="1" smtClean="0"/>
              <a:t>preprocessing</a:t>
            </a:r>
            <a:r>
              <a:rPr lang="en-IN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 smtClean="0">
                <a:latin typeface="Arial" pitchFamily="34" charset="0"/>
                <a:cs typeface="Arial" pitchFamily="34" charset="0"/>
              </a:rPr>
              <a:t>1. Data Inspection</a:t>
            </a:r>
          </a:p>
          <a:p>
            <a:r>
              <a:rPr lang="en-US" sz="1800" dirty="0" smtClean="0">
                <a:latin typeface="Arial" pitchFamily="34" charset="0"/>
                <a:cs typeface="Arial" pitchFamily="34" charset="0"/>
              </a:rPr>
              <a:t>Print value counts for categorical columns using a loop:</a:t>
            </a:r>
          </a:p>
          <a:p>
            <a:pPr lvl="1"/>
            <a:r>
              <a:rPr lang="en-US" sz="1800" dirty="0" smtClean="0">
                <a:latin typeface="Arial" pitchFamily="34" charset="0"/>
                <a:cs typeface="Arial" pitchFamily="34" charset="0"/>
              </a:rPr>
              <a:t>Display column names, separators, and their unique values.</a:t>
            </a:r>
          </a:p>
          <a:p>
            <a:r>
              <a:rPr lang="en-US" sz="1800" b="1" dirty="0" smtClean="0">
                <a:latin typeface="Arial" pitchFamily="34" charset="0"/>
                <a:cs typeface="Arial" pitchFamily="34" charset="0"/>
              </a:rPr>
              <a:t>2. Text Cleaning</a:t>
            </a:r>
          </a:p>
          <a:p>
            <a:r>
              <a:rPr lang="en-US" sz="1800" dirty="0" smtClean="0">
                <a:latin typeface="Arial" pitchFamily="34" charset="0"/>
                <a:cs typeface="Arial" pitchFamily="34" charset="0"/>
              </a:rPr>
              <a:t>Remove unwanted characters (e.g., _ ,") and handle invalid entries ('', '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nan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', '!@9#%8').</a:t>
            </a:r>
          </a:p>
          <a:p>
            <a:r>
              <a:rPr lang="en-US" sz="1800" dirty="0" smtClean="0">
                <a:latin typeface="Arial" pitchFamily="34" charset="0"/>
                <a:cs typeface="Arial" pitchFamily="34" charset="0"/>
              </a:rPr>
              <a:t>Replace them with 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NaN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1800" b="1" dirty="0" smtClean="0">
                <a:latin typeface="Arial" pitchFamily="34" charset="0"/>
                <a:cs typeface="Arial" pitchFamily="34" charset="0"/>
              </a:rPr>
              <a:t>3. Data Type Conversion</a:t>
            </a:r>
          </a:p>
          <a:p>
            <a:r>
              <a:rPr lang="en-US" sz="1800" dirty="0" smtClean="0">
                <a:latin typeface="Arial" pitchFamily="34" charset="0"/>
                <a:cs typeface="Arial" pitchFamily="34" charset="0"/>
              </a:rPr>
              <a:t>Convert columns to appropriate data types:</a:t>
            </a:r>
          </a:p>
          <a:p>
            <a:pPr lvl="1"/>
            <a:r>
              <a:rPr lang="en-US" sz="1800" b="1" dirty="0" smtClean="0">
                <a:latin typeface="Arial" pitchFamily="34" charset="0"/>
                <a:cs typeface="Arial" pitchFamily="34" charset="0"/>
              </a:rPr>
              <a:t>Hexadecimal to Integer: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ID, 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Customer_ID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lvl="1"/>
            <a:r>
              <a:rPr lang="en-US" sz="1800" b="1" dirty="0" smtClean="0">
                <a:latin typeface="Arial" pitchFamily="34" charset="0"/>
                <a:cs typeface="Arial" pitchFamily="34" charset="0"/>
              </a:rPr>
              <a:t>String to Date: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Month converted to numerical representation.</a:t>
            </a:r>
          </a:p>
          <a:p>
            <a:pPr lvl="1"/>
            <a:r>
              <a:rPr lang="en-US" sz="1800" b="1" dirty="0" smtClean="0">
                <a:latin typeface="Arial" pitchFamily="34" charset="0"/>
                <a:cs typeface="Arial" pitchFamily="34" charset="0"/>
              </a:rPr>
              <a:t>String to Integer/Float: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For columns like Age, SSN, 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Annual_Income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, etc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18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Steps done on cleaning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000" b="1" dirty="0" smtClean="0">
                <a:latin typeface="Arial" pitchFamily="34" charset="0"/>
                <a:cs typeface="Arial" pitchFamily="34" charset="0"/>
              </a:rPr>
              <a:t>4. Credit History Age Transformation</a:t>
            </a:r>
          </a:p>
          <a:p>
            <a:r>
              <a:rPr lang="en-US" sz="3000" dirty="0" smtClean="0">
                <a:latin typeface="Arial" pitchFamily="34" charset="0"/>
                <a:cs typeface="Arial" pitchFamily="34" charset="0"/>
              </a:rPr>
              <a:t>Custom function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Month_Converter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to convert "years and months" format into total months.</a:t>
            </a:r>
          </a:p>
          <a:p>
            <a:r>
              <a:rPr lang="en-US" sz="3000" b="1" dirty="0" smtClean="0">
                <a:latin typeface="Arial" pitchFamily="34" charset="0"/>
                <a:cs typeface="Arial" pitchFamily="34" charset="0"/>
              </a:rPr>
              <a:t>5. Grouping and Aggregation</a:t>
            </a:r>
          </a:p>
          <a:p>
            <a:r>
              <a:rPr lang="en-US" sz="3000" dirty="0" smtClean="0">
                <a:latin typeface="Arial" pitchFamily="34" charset="0"/>
                <a:cs typeface="Arial" pitchFamily="34" charset="0"/>
              </a:rPr>
              <a:t>Group </a:t>
            </a:r>
            <a:r>
              <a:rPr lang="en-US" sz="3000" dirty="0" err="1" smtClean="0">
                <a:latin typeface="Arial" pitchFamily="34" charset="0"/>
                <a:cs typeface="Arial" pitchFamily="34" charset="0"/>
              </a:rPr>
              <a:t>Customer_ID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by:</a:t>
            </a:r>
          </a:p>
          <a:p>
            <a:pPr lvl="1"/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Credit_History_Age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as a list.</a:t>
            </a:r>
          </a:p>
          <a:p>
            <a:pPr lvl="1"/>
            <a:r>
              <a:rPr lang="en-US" sz="3000" dirty="0" smtClean="0">
                <a:latin typeface="Arial" pitchFamily="34" charset="0"/>
                <a:cs typeface="Arial" pitchFamily="34" charset="0"/>
              </a:rPr>
              <a:t>Count and list unique </a:t>
            </a:r>
            <a:r>
              <a:rPr lang="en-US" sz="3000" dirty="0" err="1" smtClean="0">
                <a:latin typeface="Arial" pitchFamily="34" charset="0"/>
                <a:cs typeface="Arial" pitchFamily="34" charset="0"/>
              </a:rPr>
              <a:t>Type_of_Loan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3000" b="1" dirty="0" smtClean="0">
                <a:latin typeface="Arial" pitchFamily="34" charset="0"/>
                <a:cs typeface="Arial" pitchFamily="34" charset="0"/>
              </a:rPr>
              <a:t>6. Extract Unique Values</a:t>
            </a:r>
          </a:p>
          <a:p>
            <a:r>
              <a:rPr lang="en-US" sz="3000" dirty="0" smtClean="0">
                <a:latin typeface="Arial" pitchFamily="34" charset="0"/>
                <a:cs typeface="Arial" pitchFamily="34" charset="0"/>
              </a:rPr>
              <a:t>Function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get_Diff_Values_Colum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en-US" sz="3000" dirty="0" smtClean="0">
                <a:latin typeface="Arial" pitchFamily="34" charset="0"/>
                <a:cs typeface="Arial" pitchFamily="34" charset="0"/>
              </a:rPr>
              <a:t>Extract and clean unique values from delimited columns like </a:t>
            </a:r>
            <a:r>
              <a:rPr lang="en-US" sz="3000" dirty="0" err="1" smtClean="0">
                <a:latin typeface="Arial" pitchFamily="34" charset="0"/>
                <a:cs typeface="Arial" pitchFamily="34" charset="0"/>
              </a:rPr>
              <a:t>Type_of_Loan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3000" b="1" dirty="0" smtClean="0">
                <a:latin typeface="Arial" pitchFamily="34" charset="0"/>
                <a:cs typeface="Arial" pitchFamily="34" charset="0"/>
              </a:rPr>
              <a:t>Key Outputs</a:t>
            </a:r>
          </a:p>
          <a:p>
            <a:r>
              <a:rPr lang="en-US" sz="3000" dirty="0" smtClean="0">
                <a:latin typeface="Arial" pitchFamily="34" charset="0"/>
                <a:cs typeface="Arial" pitchFamily="34" charset="0"/>
              </a:rPr>
              <a:t>Top 20 most frequent loans using </a:t>
            </a:r>
            <a:r>
              <a:rPr lang="en-US" sz="3000" dirty="0" err="1" smtClean="0">
                <a:latin typeface="Arial" pitchFamily="34" charset="0"/>
                <a:cs typeface="Arial" pitchFamily="34" charset="0"/>
              </a:rPr>
              <a:t>value_counts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3000" dirty="0" smtClean="0">
                <a:latin typeface="Arial" pitchFamily="34" charset="0"/>
                <a:cs typeface="Arial" pitchFamily="34" charset="0"/>
              </a:rPr>
              <a:t>Aggregated insights using </a:t>
            </a:r>
            <a:r>
              <a:rPr lang="en-US" sz="3000" dirty="0" err="1" smtClean="0">
                <a:latin typeface="Arial" pitchFamily="34" charset="0"/>
                <a:cs typeface="Arial" pitchFamily="34" charset="0"/>
              </a:rPr>
              <a:t>groupby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 STEPS DONE </a:t>
            </a:r>
            <a:r>
              <a:rPr lang="en-IN" dirty="0" err="1" smtClean="0"/>
              <a:t>ONData</a:t>
            </a:r>
            <a:r>
              <a:rPr lang="en-IN" dirty="0" smtClean="0"/>
              <a:t> cleaning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Handling </a:t>
            </a:r>
            <a:r>
              <a:rPr lang="en-US" b="1" dirty="0" smtClean="0"/>
              <a:t>Missing Data and Data Standardization</a:t>
            </a:r>
          </a:p>
          <a:p>
            <a:r>
              <a:rPr lang="en-US" b="1" dirty="0" smtClean="0"/>
              <a:t>Identify Missing Values</a:t>
            </a:r>
            <a:endParaRPr lang="en-US" dirty="0" smtClean="0"/>
          </a:p>
          <a:p>
            <a:pPr lvl="1"/>
            <a:r>
              <a:rPr lang="en-US" dirty="0" smtClean="0"/>
              <a:t>Analyze columns like "Name," "Occupation," "Credit Mix," and "Payment Behavior" for missing or invalid entries.</a:t>
            </a:r>
          </a:p>
          <a:p>
            <a:r>
              <a:rPr lang="en-US" b="1" dirty="0" smtClean="0"/>
              <a:t>Fill Missing Data</a:t>
            </a:r>
            <a:endParaRPr lang="en-US" dirty="0" smtClean="0"/>
          </a:p>
          <a:p>
            <a:pPr lvl="1"/>
            <a:r>
              <a:rPr lang="en-US" dirty="0" smtClean="0"/>
              <a:t>Replace missing values with the most common (popular) entries for each customer group.</a:t>
            </a:r>
          </a:p>
          <a:p>
            <a:r>
              <a:rPr lang="en-US" b="1" dirty="0" smtClean="0"/>
              <a:t>Standardize Data</a:t>
            </a:r>
            <a:endParaRPr lang="en-US" dirty="0" smtClean="0"/>
          </a:p>
          <a:p>
            <a:pPr lvl="1"/>
            <a:r>
              <a:rPr lang="en-US" dirty="0" smtClean="0"/>
              <a:t>Ensure consistency by replacing invalid values and grouping similar entries.</a:t>
            </a:r>
          </a:p>
          <a:p>
            <a:r>
              <a:rPr lang="en-US" b="1" dirty="0" smtClean="0"/>
              <a:t>Summary Insights</a:t>
            </a:r>
            <a:endParaRPr lang="en-US" dirty="0" smtClean="0"/>
          </a:p>
          <a:p>
            <a:pPr lvl="1"/>
            <a:r>
              <a:rPr lang="en-US" dirty="0" smtClean="0"/>
              <a:t>Analyze loan types, payment patterns, and other customer behaviors for better insights.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STEPS DONE IN DATA CLEANING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Detect and Manage Outliers</a:t>
            </a:r>
            <a:endParaRPr lang="en-US" dirty="0" smtClean="0"/>
          </a:p>
          <a:p>
            <a:r>
              <a:rPr lang="en-US" dirty="0" smtClean="0"/>
              <a:t>Identify extreme values using statistical boundaries and adjust them within acceptable ranges.</a:t>
            </a:r>
          </a:p>
          <a:p>
            <a:r>
              <a:rPr lang="en-US" b="1" dirty="0" smtClean="0"/>
              <a:t>Handle Missing Data</a:t>
            </a:r>
            <a:endParaRPr lang="en-US" dirty="0" smtClean="0"/>
          </a:p>
          <a:p>
            <a:r>
              <a:rPr lang="en-US" dirty="0" smtClean="0"/>
              <a:t>Replace missing entries with group-specific averages or most common values based on relevance.</a:t>
            </a:r>
          </a:p>
          <a:p>
            <a:r>
              <a:rPr lang="en-US" b="1" dirty="0" smtClean="0"/>
              <a:t>Standardize and Validate</a:t>
            </a:r>
            <a:endParaRPr lang="en-US" dirty="0" smtClean="0"/>
          </a:p>
          <a:p>
            <a:r>
              <a:rPr lang="en-US" dirty="0" smtClean="0"/>
              <a:t>Ensure numerical and categorical fields are consistent, complete, and logically accurate for analysis.</a:t>
            </a:r>
          </a:p>
          <a:p>
            <a:r>
              <a:rPr lang="en-US" b="1" dirty="0" smtClean="0"/>
              <a:t>Refine Insights</a:t>
            </a:r>
            <a:endParaRPr lang="en-US" dirty="0" smtClean="0"/>
          </a:p>
          <a:p>
            <a:r>
              <a:rPr lang="en-US" dirty="0" smtClean="0"/>
              <a:t>Address anomalies to improve data reliability for further modeling.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VISUALIZATION </a:t>
            </a:r>
            <a:endParaRPr lang="en-US" dirty="0"/>
          </a:p>
        </p:txBody>
      </p:sp>
      <p:pic>
        <p:nvPicPr>
          <p:cNvPr id="4" name="Content Placeholder 3" descr="AG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00174"/>
            <a:ext cx="2682236" cy="2808395"/>
          </a:xfrm>
        </p:spPr>
      </p:pic>
      <p:pic>
        <p:nvPicPr>
          <p:cNvPr id="5" name="Picture 4" descr="CHANGED CREDIT LIM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670" y="0"/>
            <a:ext cx="2500330" cy="2648612"/>
          </a:xfrm>
          <a:prstGeom prst="rect">
            <a:avLst/>
          </a:prstGeom>
        </p:spPr>
      </p:pic>
      <p:pic>
        <p:nvPicPr>
          <p:cNvPr id="6" name="Picture 5" descr="AMOUNT INVESTED MONTH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64" y="1428736"/>
            <a:ext cx="2311723" cy="2415515"/>
          </a:xfrm>
          <a:prstGeom prst="rect">
            <a:avLst/>
          </a:prstGeom>
        </p:spPr>
      </p:pic>
      <p:pic>
        <p:nvPicPr>
          <p:cNvPr id="7" name="Picture 6" descr="ANNUAL INC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92" y="3429000"/>
            <a:ext cx="2143108" cy="2354660"/>
          </a:xfrm>
          <a:prstGeom prst="rect">
            <a:avLst/>
          </a:prstGeom>
        </p:spPr>
      </p:pic>
      <p:pic>
        <p:nvPicPr>
          <p:cNvPr id="8" name="Picture 7" descr="CREDIT HISTORY 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58" y="3843947"/>
            <a:ext cx="2878655" cy="3014053"/>
          </a:xfrm>
          <a:prstGeom prst="rect">
            <a:avLst/>
          </a:prstGeom>
        </p:spPr>
      </p:pic>
      <p:pic>
        <p:nvPicPr>
          <p:cNvPr id="9" name="Picture 8" descr="INTEREST R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844" y="4286256"/>
            <a:ext cx="3266253" cy="26580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DELAY FROM DUE DAT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605767" cy="2744315"/>
          </a:xfrm>
        </p:spPr>
      </p:pic>
      <p:pic>
        <p:nvPicPr>
          <p:cNvPr id="5" name="Picture 4" descr="CREDIT UTILIZATION 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174" y="0"/>
            <a:ext cx="2521465" cy="2640062"/>
          </a:xfrm>
          <a:prstGeom prst="rect">
            <a:avLst/>
          </a:prstGeom>
        </p:spPr>
      </p:pic>
      <p:pic>
        <p:nvPicPr>
          <p:cNvPr id="6" name="Picture 5" descr="MONTHLY 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4125" y="0"/>
            <a:ext cx="2392870" cy="2500306"/>
          </a:xfrm>
          <a:prstGeom prst="rect">
            <a:avLst/>
          </a:prstGeom>
        </p:spPr>
      </p:pic>
      <p:pic>
        <p:nvPicPr>
          <p:cNvPr id="7" name="Picture 6" descr="MONTHLY INHAND SAL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714620"/>
            <a:ext cx="2235711" cy="2340868"/>
          </a:xfrm>
          <a:prstGeom prst="rect">
            <a:avLst/>
          </a:prstGeom>
        </p:spPr>
      </p:pic>
      <p:pic>
        <p:nvPicPr>
          <p:cNvPr id="9" name="Picture 8" descr="NO OF CREDIT 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4546" y="2714620"/>
            <a:ext cx="3097269" cy="2392627"/>
          </a:xfrm>
          <a:prstGeom prst="rect">
            <a:avLst/>
          </a:prstGeom>
        </p:spPr>
      </p:pic>
      <p:pic>
        <p:nvPicPr>
          <p:cNvPr id="10" name="Picture 9" descr="NO OF CREDIT INQUIRI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6" y="2500306"/>
            <a:ext cx="2979877" cy="2387949"/>
          </a:xfrm>
          <a:prstGeom prst="rect">
            <a:avLst/>
          </a:prstGeom>
        </p:spPr>
      </p:pic>
      <p:pic>
        <p:nvPicPr>
          <p:cNvPr id="11" name="Picture 10" descr="NUMBER OF BANK ACCOU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158" y="5143512"/>
            <a:ext cx="1978533" cy="1528409"/>
          </a:xfrm>
          <a:prstGeom prst="rect">
            <a:avLst/>
          </a:prstGeom>
        </p:spPr>
      </p:pic>
      <p:pic>
        <p:nvPicPr>
          <p:cNvPr id="12" name="Picture 11" descr="TOTAL EMI PER MONT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1736" y="5115515"/>
            <a:ext cx="1664209" cy="1742485"/>
          </a:xfrm>
          <a:prstGeom prst="rect">
            <a:avLst/>
          </a:prstGeom>
        </p:spPr>
      </p:pic>
      <p:pic>
        <p:nvPicPr>
          <p:cNvPr id="13" name="Picture 12" descr="NUMBER OF DELAYED PAYM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4876" y="4857760"/>
            <a:ext cx="2214578" cy="1802208"/>
          </a:xfrm>
          <a:prstGeom prst="rect">
            <a:avLst/>
          </a:prstGeom>
        </p:spPr>
      </p:pic>
      <p:pic>
        <p:nvPicPr>
          <p:cNvPr id="14" name="Picture 13" descr="NUMBER OF LO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15206" y="5072074"/>
            <a:ext cx="1571636" cy="16455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CREDIT MIX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2852"/>
            <a:ext cx="3643305" cy="3111345"/>
          </a:xfrm>
        </p:spPr>
      </p:pic>
      <p:pic>
        <p:nvPicPr>
          <p:cNvPr id="7" name="Picture 6" descr="PAYMENT BEHAV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72" y="1285860"/>
            <a:ext cx="4143404" cy="4931283"/>
          </a:xfrm>
          <a:prstGeom prst="rect">
            <a:avLst/>
          </a:prstGeom>
        </p:spPr>
      </p:pic>
      <p:pic>
        <p:nvPicPr>
          <p:cNvPr id="9" name="Picture 8" descr="MONTH VS CREDIT SC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44" y="3214686"/>
            <a:ext cx="4276105" cy="33032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CREDIT SCORE </a:t>
            </a:r>
            <a:endParaRPr lang="en-US" dirty="0"/>
          </a:p>
        </p:txBody>
      </p:sp>
      <p:pic>
        <p:nvPicPr>
          <p:cNvPr id="4" name="Content Placeholder 3" descr="PAYMENT OF MIN AMOUNT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3438" y="-357214"/>
            <a:ext cx="4685231" cy="3714776"/>
          </a:xfrm>
        </p:spPr>
      </p:pic>
      <p:pic>
        <p:nvPicPr>
          <p:cNvPr id="5" name="Picture 4" descr="OCCUP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83" y="2571744"/>
            <a:ext cx="4649364" cy="42862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CREDIT SCORE </a:t>
            </a:r>
            <a:endParaRPr lang="en-US" dirty="0"/>
          </a:p>
        </p:txBody>
      </p:sp>
      <p:pic>
        <p:nvPicPr>
          <p:cNvPr id="4" name="Content Placeholder 3" descr="CREDIT SCOR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0" y="1500174"/>
            <a:ext cx="5385827" cy="4160529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FEATURE CREATION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 smtClean="0"/>
              <a:t>New features that are relevant for credit score:</a:t>
            </a:r>
          </a:p>
          <a:p>
            <a:pPr>
              <a:buNone/>
            </a:pPr>
            <a:r>
              <a:rPr lang="en-US" dirty="0" err="1" smtClean="0"/>
              <a:t>Debt_to_Income_Ratio</a:t>
            </a:r>
            <a:r>
              <a:rPr lang="en-US" dirty="0" smtClean="0"/>
              <a:t>', '</a:t>
            </a:r>
            <a:r>
              <a:rPr lang="en-US" dirty="0" err="1" smtClean="0"/>
              <a:t>Delayed_Payment_Ratio</a:t>
            </a:r>
            <a:r>
              <a:rPr lang="en-US" dirty="0" smtClean="0"/>
              <a:t>', </a:t>
            </a:r>
            <a:r>
              <a:rPr lang="en-US" dirty="0" smtClean="0"/>
              <a:t>'</a:t>
            </a:r>
            <a:r>
              <a:rPr lang="en-US" dirty="0" err="1" smtClean="0"/>
              <a:t>Credit_Utilization_Efficiency</a:t>
            </a:r>
            <a:r>
              <a:rPr lang="en-US" dirty="0" smtClean="0"/>
              <a:t>‘ are created from the existing features  .</a:t>
            </a:r>
            <a:endParaRPr lang="en-US" dirty="0" smtClean="0"/>
          </a:p>
          <a:p>
            <a:pPr>
              <a:buNone/>
            </a:pPr>
            <a:endParaRPr lang="en-IN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Steps done in data </a:t>
            </a:r>
            <a:r>
              <a:rPr lang="en-IN" dirty="0" err="1" smtClean="0"/>
              <a:t>preprocessing</a:t>
            </a:r>
            <a:r>
              <a:rPr lang="en-IN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Data Refinement and Outlier Adjustment</a:t>
            </a:r>
          </a:p>
          <a:p>
            <a:pPr>
              <a:buNone/>
            </a:pPr>
            <a:r>
              <a:rPr lang="en-US" b="1" dirty="0" smtClean="0"/>
              <a:t>Identify Anomalies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Detect invalid or extreme values across numerical columns like accounts, delays, payments, balances, and investments.</a:t>
            </a:r>
          </a:p>
          <a:p>
            <a:pPr>
              <a:buNone/>
            </a:pPr>
            <a:r>
              <a:rPr lang="en-US" b="1" dirty="0" smtClean="0"/>
              <a:t>Correct Outliers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Replace negative or unrealistic values with logical defaults, group-based averages, or remove them as needed.</a:t>
            </a:r>
          </a:p>
          <a:p>
            <a:pPr>
              <a:buNone/>
            </a:pPr>
            <a:r>
              <a:rPr lang="en-US" b="1" dirty="0" smtClean="0"/>
              <a:t>Visualize </a:t>
            </a:r>
            <a:r>
              <a:rPr lang="en-US" b="1" dirty="0" smtClean="0"/>
              <a:t>Adjustments</a:t>
            </a:r>
          </a:p>
          <a:p>
            <a:pPr>
              <a:buNone/>
            </a:pPr>
            <a:r>
              <a:rPr lang="en-US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Use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box plots to validate the refinement process and ensure data consistency for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analysis. </a:t>
            </a:r>
          </a:p>
          <a:p>
            <a:pPr>
              <a:buNone/>
            </a:pPr>
            <a:r>
              <a:rPr lang="en-IN" dirty="0" smtClean="0"/>
              <a:t>After this features like </a:t>
            </a:r>
            <a:r>
              <a:rPr lang="en-US" dirty="0" smtClean="0"/>
              <a:t>'ID', '</a:t>
            </a:r>
            <a:r>
              <a:rPr lang="en-US" dirty="0" err="1" smtClean="0"/>
              <a:t>Customer_ID</a:t>
            </a:r>
            <a:r>
              <a:rPr lang="en-US" dirty="0" smtClean="0"/>
              <a:t>', 'Name', </a:t>
            </a:r>
            <a:r>
              <a:rPr lang="en-US" dirty="0" smtClean="0"/>
              <a:t>'SSN‘ are </a:t>
            </a:r>
            <a:r>
              <a:rPr lang="en-US" dirty="0" err="1" smtClean="0"/>
              <a:t>droped</a:t>
            </a:r>
            <a:r>
              <a:rPr lang="en-US" dirty="0" smtClean="0"/>
              <a:t> out .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FEATURE SELECTION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smtClean="0"/>
              <a:t>From the 28 feature those which are highly correlated with the credit score </a:t>
            </a:r>
          </a:p>
          <a:p>
            <a:r>
              <a:rPr lang="en-IN" dirty="0" smtClean="0"/>
              <a:t>For that correlation for numerical feature , chi square test and f test are used .</a:t>
            </a:r>
          </a:p>
          <a:p>
            <a:r>
              <a:rPr lang="en-IN" dirty="0" smtClean="0"/>
              <a:t>So from these </a:t>
            </a:r>
            <a:r>
              <a:rPr lang="en-IN" dirty="0" err="1" smtClean="0"/>
              <a:t>methods.The</a:t>
            </a:r>
            <a:r>
              <a:rPr lang="en-IN" dirty="0" smtClean="0"/>
              <a:t> features that are selected  with the appropriate values are chosen :</a:t>
            </a:r>
          </a:p>
          <a:p>
            <a:r>
              <a:rPr lang="en-IN" dirty="0" smtClean="0"/>
              <a:t> </a:t>
            </a:r>
            <a:r>
              <a:rPr lang="en-IN" dirty="0" smtClean="0"/>
              <a:t>       </a:t>
            </a:r>
            <a:r>
              <a:rPr lang="en-US" dirty="0" smtClean="0"/>
              <a:t>    '</a:t>
            </a:r>
            <a:r>
              <a:rPr lang="en-US" dirty="0" err="1" smtClean="0"/>
              <a:t>Credit_Mix</a:t>
            </a:r>
            <a:r>
              <a:rPr lang="en-US" dirty="0" smtClean="0"/>
              <a:t>', '</a:t>
            </a:r>
            <a:r>
              <a:rPr lang="en-US" dirty="0" err="1" smtClean="0"/>
              <a:t>Num_of_Delayed_Payment</a:t>
            </a:r>
            <a:r>
              <a:rPr lang="en-US" dirty="0" smtClean="0"/>
              <a:t>', '</a:t>
            </a:r>
            <a:r>
              <a:rPr lang="en-US" dirty="0" err="1" smtClean="0"/>
              <a:t>Changed_Credit_Limit</a:t>
            </a:r>
            <a:r>
              <a:rPr lang="en-US" dirty="0" smtClean="0"/>
              <a:t>',</a:t>
            </a:r>
          </a:p>
          <a:p>
            <a:r>
              <a:rPr lang="en-US" dirty="0" smtClean="0"/>
              <a:t>    '</a:t>
            </a:r>
            <a:r>
              <a:rPr lang="en-US" dirty="0" err="1" smtClean="0"/>
              <a:t>Payment_of_Min_Amount</a:t>
            </a:r>
            <a:r>
              <a:rPr lang="en-US" dirty="0" smtClean="0"/>
              <a:t>', '</a:t>
            </a:r>
            <a:r>
              <a:rPr lang="en-US" dirty="0" err="1" smtClean="0"/>
              <a:t>Num_Bank_Accounts</a:t>
            </a:r>
            <a:r>
              <a:rPr lang="en-US" dirty="0" smtClean="0"/>
              <a:t>', '</a:t>
            </a:r>
            <a:r>
              <a:rPr lang="en-US" dirty="0" err="1" smtClean="0"/>
              <a:t>Num_Credit_Inquiries</a:t>
            </a:r>
            <a:r>
              <a:rPr lang="en-US" dirty="0" smtClean="0"/>
              <a:t>',</a:t>
            </a:r>
          </a:p>
          <a:p>
            <a:r>
              <a:rPr lang="en-US" dirty="0" smtClean="0"/>
              <a:t>    '</a:t>
            </a:r>
            <a:r>
              <a:rPr lang="en-US" dirty="0" err="1" smtClean="0"/>
              <a:t>Delay_from_due_date</a:t>
            </a:r>
            <a:r>
              <a:rPr lang="en-US" dirty="0" smtClean="0"/>
              <a:t>', '</a:t>
            </a:r>
            <a:r>
              <a:rPr lang="en-US" dirty="0" err="1" smtClean="0"/>
              <a:t>Interest_Rate</a:t>
            </a:r>
            <a:r>
              <a:rPr lang="en-US" dirty="0" smtClean="0"/>
              <a:t>', '</a:t>
            </a:r>
            <a:r>
              <a:rPr lang="en-US" dirty="0" err="1" smtClean="0"/>
              <a:t>Credit_History_Age</a:t>
            </a:r>
            <a:r>
              <a:rPr lang="en-US" dirty="0" smtClean="0"/>
              <a:t>',</a:t>
            </a:r>
          </a:p>
          <a:p>
            <a:r>
              <a:rPr lang="en-US" dirty="0" smtClean="0"/>
              <a:t>    '</a:t>
            </a:r>
            <a:r>
              <a:rPr lang="en-US" dirty="0" err="1" smtClean="0"/>
              <a:t>Outstanding_Debt</a:t>
            </a:r>
            <a:r>
              <a:rPr lang="en-US" dirty="0" smtClean="0"/>
              <a:t>', '</a:t>
            </a:r>
            <a:r>
              <a:rPr lang="en-US" dirty="0" err="1" smtClean="0"/>
              <a:t>Credit_Utilization_Efficiency</a:t>
            </a:r>
            <a:r>
              <a:rPr lang="en-US" dirty="0" smtClean="0"/>
              <a:t>', '</a:t>
            </a:r>
            <a:r>
              <a:rPr lang="en-US" dirty="0" err="1" smtClean="0"/>
              <a:t>Type_of_Loan</a:t>
            </a:r>
            <a:r>
              <a:rPr lang="en-US" dirty="0" smtClean="0"/>
              <a:t>', </a:t>
            </a:r>
          </a:p>
          <a:p>
            <a:r>
              <a:rPr lang="en-US" dirty="0" smtClean="0"/>
              <a:t>    '</a:t>
            </a:r>
            <a:r>
              <a:rPr lang="en-US" dirty="0" err="1" smtClean="0"/>
              <a:t>Payment_Behaviour</a:t>
            </a:r>
            <a:r>
              <a:rPr lang="en-US" dirty="0" smtClean="0"/>
              <a:t>', '</a:t>
            </a:r>
            <a:r>
              <a:rPr lang="en-US" dirty="0" err="1" smtClean="0"/>
              <a:t>Credit_Score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transformation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 smtClean="0"/>
              <a:t>This </a:t>
            </a:r>
            <a:r>
              <a:rPr lang="en-IN" dirty="0" err="1" smtClean="0"/>
              <a:t>incude</a:t>
            </a:r>
            <a:r>
              <a:rPr lang="en-IN" dirty="0" smtClean="0"/>
              <a:t>:</a:t>
            </a:r>
          </a:p>
          <a:p>
            <a:r>
              <a:rPr lang="en-IN" dirty="0" smtClean="0"/>
              <a:t> </a:t>
            </a:r>
            <a:r>
              <a:rPr lang="en-IN" dirty="0" smtClean="0"/>
              <a:t>   Handling of imbalance of target: This include balancing the target variable credit score – </a:t>
            </a:r>
            <a:r>
              <a:rPr lang="en-IN" dirty="0" err="1" smtClean="0"/>
              <a:t>poor,standard,good</a:t>
            </a:r>
            <a:r>
              <a:rPr lang="en-IN" dirty="0" smtClean="0"/>
              <a:t> in same balance of value . </a:t>
            </a:r>
          </a:p>
          <a:p>
            <a:r>
              <a:rPr lang="en-IN" dirty="0" smtClean="0"/>
              <a:t> </a:t>
            </a:r>
            <a:r>
              <a:rPr lang="en-IN" dirty="0" smtClean="0"/>
              <a:t>   Label encoding : converts the categorical features to numerical so that models can use them </a:t>
            </a:r>
          </a:p>
          <a:p>
            <a:r>
              <a:rPr lang="en-IN" dirty="0" smtClean="0"/>
              <a:t> </a:t>
            </a:r>
            <a:r>
              <a:rPr lang="en-IN" dirty="0" smtClean="0"/>
              <a:t>   Normalization: min max scalar used to normalizing the data 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Model building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The data is split into train and test in 80%-20% form .</a:t>
            </a:r>
          </a:p>
          <a:p>
            <a:r>
              <a:rPr lang="en-IN" dirty="0" smtClean="0"/>
              <a:t>Now this is being used in  various classification machine learning model like :</a:t>
            </a:r>
            <a:r>
              <a:rPr lang="en-US" dirty="0" smtClean="0"/>
              <a:t>KNN, </a:t>
            </a:r>
            <a:r>
              <a:rPr lang="en-US" dirty="0" err="1" smtClean="0"/>
              <a:t>Gaussion</a:t>
            </a:r>
            <a:r>
              <a:rPr lang="en-US" dirty="0" smtClean="0"/>
              <a:t> NB, </a:t>
            </a:r>
            <a:r>
              <a:rPr lang="en-US" dirty="0" smtClean="0"/>
              <a:t> "Logistic Regression</a:t>
            </a:r>
            <a:r>
              <a:rPr lang="en-US" dirty="0" smtClean="0"/>
              <a:t>" </a:t>
            </a:r>
            <a:r>
              <a:rPr lang="en-US" dirty="0" smtClean="0"/>
              <a:t>"Decision </a:t>
            </a:r>
            <a:r>
              <a:rPr lang="en-US" dirty="0" err="1" smtClean="0"/>
              <a:t>Tree“,"</a:t>
            </a:r>
            <a:r>
              <a:rPr lang="en-US" dirty="0" err="1" smtClean="0"/>
              <a:t>Random</a:t>
            </a:r>
            <a:r>
              <a:rPr lang="en-US" dirty="0" smtClean="0"/>
              <a:t> </a:t>
            </a:r>
            <a:r>
              <a:rPr lang="en-US" dirty="0" smtClean="0"/>
              <a:t>Forest, </a:t>
            </a:r>
            <a:r>
              <a:rPr lang="en-US" dirty="0" smtClean="0"/>
              <a:t>"Gradient </a:t>
            </a:r>
            <a:r>
              <a:rPr lang="en-US" dirty="0" smtClean="0"/>
              <a:t>Boosting“,</a:t>
            </a:r>
            <a:r>
              <a:rPr lang="en-US" dirty="0" smtClean="0"/>
              <a:t> "</a:t>
            </a:r>
            <a:r>
              <a:rPr lang="en-US" dirty="0" err="1" smtClean="0"/>
              <a:t>XGBoost“,"AdaBoost</a:t>
            </a:r>
            <a:r>
              <a:rPr lang="en-US" dirty="0" smtClean="0"/>
              <a:t>“.</a:t>
            </a:r>
          </a:p>
          <a:p>
            <a:r>
              <a:rPr lang="en-IN" dirty="0" smtClean="0"/>
              <a:t>After the model is trained they are evaluated using various metrics such as </a:t>
            </a:r>
            <a:r>
              <a:rPr lang="en-IN" dirty="0" err="1" smtClean="0"/>
              <a:t>accuracy,precision</a:t>
            </a:r>
            <a:r>
              <a:rPr lang="en-IN" dirty="0" smtClean="0"/>
              <a:t> recall,f1score.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Model evaluation</a:t>
            </a:r>
            <a:endParaRPr lang="en-US" dirty="0"/>
          </a:p>
        </p:txBody>
      </p:sp>
      <p:pic>
        <p:nvPicPr>
          <p:cNvPr id="4" name="Content Placeholder 3" descr="model evaluatio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24708"/>
            <a:ext cx="7239000" cy="4016671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Best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From the evaluation the best model was found out to be “random forest” which is saved for further 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random 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78" y="2786058"/>
            <a:ext cx="4192538" cy="343825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Saving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best model is saved for further deployment by </a:t>
            </a:r>
            <a:r>
              <a:rPr lang="en-IN" dirty="0" err="1" smtClean="0"/>
              <a:t>joblib</a:t>
            </a:r>
            <a:r>
              <a:rPr lang="en-IN" dirty="0" smtClean="0"/>
              <a:t> ,pickle in the form –random_forest_model.pkl</a:t>
            </a:r>
          </a:p>
          <a:p>
            <a:r>
              <a:rPr lang="en-IN" dirty="0" smtClean="0"/>
              <a:t>Now this model is further used for </a:t>
            </a:r>
            <a:r>
              <a:rPr lang="en-IN" dirty="0" smtClean="0"/>
              <a:t>d</a:t>
            </a:r>
            <a:r>
              <a:rPr lang="en-IN" dirty="0" smtClean="0"/>
              <a:t>eployment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Deployment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After the model is saved then the next step is to deploy it as web app</a:t>
            </a:r>
          </a:p>
          <a:p>
            <a:r>
              <a:rPr lang="en-IN" dirty="0" smtClean="0"/>
              <a:t>I have used </a:t>
            </a:r>
            <a:r>
              <a:rPr lang="en-IN" dirty="0" err="1" smtClean="0"/>
              <a:t>streamlit</a:t>
            </a:r>
            <a:r>
              <a:rPr lang="en-IN" dirty="0" smtClean="0"/>
              <a:t> for the deployment of as web app with the saved model.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Web app</a:t>
            </a:r>
            <a:endParaRPr lang="en-US" dirty="0"/>
          </a:p>
        </p:txBody>
      </p:sp>
      <p:pic>
        <p:nvPicPr>
          <p:cNvPr id="4" name="5aa03295-5ed6-4b5e-b4d6-911610280f21.mp4">
            <a:hlinkClick r:id="" action="ppaction://media"/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4282" y="1928802"/>
            <a:ext cx="8786842" cy="47366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20000"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THANK YOU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506</TotalTime>
  <Words>948</Words>
  <Application>Microsoft Office PowerPoint</Application>
  <PresentationFormat>On-screen Show (4:3)</PresentationFormat>
  <Paragraphs>115</Paragraphs>
  <Slides>27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Opulent</vt:lpstr>
      <vt:lpstr>Credit score classification </vt:lpstr>
      <vt:lpstr>INTERNSHIP PROBLEM STATEMENT </vt:lpstr>
      <vt:lpstr>OVERVIEW </vt:lpstr>
      <vt:lpstr>STEPS UNDERGONE </vt:lpstr>
      <vt:lpstr>IMPORTING LIBRARIES </vt:lpstr>
      <vt:lpstr>Loading and overview of data </vt:lpstr>
      <vt:lpstr>Data preprocessing </vt:lpstr>
      <vt:lpstr>Steps done on cleaning</vt:lpstr>
      <vt:lpstr> STEPS DONE ONData cleaning </vt:lpstr>
      <vt:lpstr>STEPS DONE IN DATA CLEANING</vt:lpstr>
      <vt:lpstr>DATA VISUALIZATION </vt:lpstr>
      <vt:lpstr>Slide 12</vt:lpstr>
      <vt:lpstr>Slide 13</vt:lpstr>
      <vt:lpstr>CREDIT SCORE </vt:lpstr>
      <vt:lpstr>CREDIT SCORE </vt:lpstr>
      <vt:lpstr>FEATURE CREATION </vt:lpstr>
      <vt:lpstr>Steps done in data preprocessing  </vt:lpstr>
      <vt:lpstr>FEATURE SELECTION </vt:lpstr>
      <vt:lpstr>Data transformation</vt:lpstr>
      <vt:lpstr>Model building </vt:lpstr>
      <vt:lpstr>Model evaluation</vt:lpstr>
      <vt:lpstr>Best model</vt:lpstr>
      <vt:lpstr>Saving model</vt:lpstr>
      <vt:lpstr>Deployment </vt:lpstr>
      <vt:lpstr>Web app</vt:lpstr>
      <vt:lpstr>THANK YOU 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score classification</dc:title>
  <dc:creator>HP</dc:creator>
  <cp:lastModifiedBy>HP</cp:lastModifiedBy>
  <cp:revision>31</cp:revision>
  <dcterms:created xsi:type="dcterms:W3CDTF">2024-12-02T05:05:08Z</dcterms:created>
  <dcterms:modified xsi:type="dcterms:W3CDTF">2024-12-02T13:31:28Z</dcterms:modified>
</cp:coreProperties>
</file>